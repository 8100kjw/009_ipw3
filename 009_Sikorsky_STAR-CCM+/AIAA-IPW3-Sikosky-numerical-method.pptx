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FB05234-030C-0862-4EF1-5DFE41A785F2}" name="Broeren, Andy P. (GRC-LTI0)" initials="AB" userId="S::abroeren@ndc.nasa.gov::3c9f76cd-8f08-4389-b72f-222abb59497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44"/>
    <p:restoredTop sz="94589"/>
  </p:normalViewPr>
  <p:slideViewPr>
    <p:cSldViewPr snapToGrid="0" showGuides="1">
      <p:cViewPr varScale="1">
        <p:scale>
          <a:sx n="101" d="100"/>
          <a:sy n="101" d="100"/>
        </p:scale>
        <p:origin x="138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ED244-19E1-CD8B-4B0A-E8E191324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69B937-20D2-5206-EA02-9ECC456B3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2B975-1FC3-B30C-97E2-6232597E6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90DFC-1DB5-9542-A88D-CD33FB5351D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9DF2D-3C06-CA8B-3DE0-5885FB5B8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4823A-8842-8140-6AC3-DB99B8B8C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B17A-7233-9B4C-9057-FA94BB906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64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70FD8-2E8B-5A88-AD69-50671D389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5953C-FC66-E1A5-C0EC-6B16EC640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1D4AF-6316-B73C-0AC8-37ED3202E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90DFC-1DB5-9542-A88D-CD33FB5351D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E1EDD-5424-B112-2396-57E83C7EC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7EB72-B814-B28F-48DF-0A98F2CC9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B17A-7233-9B4C-9057-FA94BB906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36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9C606-51DF-D651-0A32-7DE342145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99883-BD55-7765-FDBB-34F3BA734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1F3BE-22D0-316C-EBF9-87263BE38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90DFC-1DB5-9542-A88D-CD33FB5351D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C8677-D0C5-77D8-A904-527DDF666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9D007-FF3F-4A85-BCE0-8929A516E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B17A-7233-9B4C-9057-FA94BB906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74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7E8D3-5353-A60F-6A50-40C3BC827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C9061-3204-5D90-2610-58FD2C0506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F5B49B-1AC2-98CD-6A93-18E42DEF9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C3068-CBC0-6E70-ACE9-C7AD83BCF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90DFC-1DB5-9542-A88D-CD33FB5351D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E1E76-8027-A4FA-F729-9814CBDC3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D5C71-67B4-E3A1-4570-27230131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B17A-7233-9B4C-9057-FA94BB906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782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FE7F2-F778-5A6E-1A21-2AB4AE37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8B820-5F2E-4B9F-0278-CCA6393A3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366D6-10BC-E4AE-29BF-3F15F3E38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499445-2E90-285E-4768-85F994BB7D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2B8565-5FA1-81B8-BED4-5116945C5B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FAD3E3-2707-F833-7164-944B13B47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90DFC-1DB5-9542-A88D-CD33FB5351D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437AE-0CAF-D977-6C34-1378C1E53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8D509-EE4B-2FAA-40F5-01CD07795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B17A-7233-9B4C-9057-FA94BB906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68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4E7B6-B505-BF7F-11BB-E3CB5BF5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72452B-179C-B8B1-EDCC-52F58BC1F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90DFC-1DB5-9542-A88D-CD33FB5351D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0D2FA-993E-0E49-78C9-8AACFFB62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C8305-BE39-08E2-AD7D-7AE3055BF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B17A-7233-9B4C-9057-FA94BB906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379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51D2D2-3A72-FAEB-1643-3B212A862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90DFC-1DB5-9542-A88D-CD33FB5351D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D3639D-A2EB-9B85-865E-A21AA0D5C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034B9-A4BC-4312-DEDB-823F3F171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B17A-7233-9B4C-9057-FA94BB906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95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00BE6-8C95-F14E-2079-654549A8D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5B4BC-529C-AC06-3D3C-6A1137678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C92E9-4AD5-8AE6-22D1-B0C47C19D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C9A84-CCA7-5464-A1BD-334F95E7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90DFC-1DB5-9542-A88D-CD33FB5351D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1D4D3-DAED-3433-1E67-8189D6DD8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7C02AC-4A33-917B-EB00-FE403DB7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B17A-7233-9B4C-9057-FA94BB906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640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76A60-A47C-9342-5BDC-B38369C8B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4B0810-73E1-3A86-E3D5-79D608B4E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FA762-A087-372D-312F-3389E174C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5A507-D482-56DC-000E-D9DDBA5A3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90DFC-1DB5-9542-A88D-CD33FB5351D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B8531-0F03-F5D3-2866-1F56781E8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D35AE-D483-52FC-343D-6854ED37C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B17A-7233-9B4C-9057-FA94BB906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992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79BCD-F358-FE1E-A326-1A23C4CCC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F44582-3754-4098-4144-966A3CBE3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FCB04-FD23-6B37-95E1-7D2A53A6F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90DFC-1DB5-9542-A88D-CD33FB5351D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FEEE8-AA6D-DD75-0BA4-BA3E67625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974D2-A2E1-FC5B-BBD2-DE83C6D58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B17A-7233-9B4C-9057-FA94BB906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31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7017B6-292C-7188-3EEE-81008963E8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42A994-C623-A73B-1C4B-045F4E1B8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6D2BE-6964-0D07-A236-1A24C6B87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90DFC-1DB5-9542-A88D-CD33FB5351D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D9C15-03E5-879F-C9C8-27CEE1FEC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E49FD-BE20-007E-D150-1AC2800E5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B17A-7233-9B4C-9057-FA94BB906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75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39292B-2C39-41C4-F3C5-A7B33849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B02C7-396A-6D35-FB85-395673C25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F105F-7A44-AC27-3189-D916C21AEC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190DFC-1DB5-9542-A88D-CD33FB5351D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F1DC7-3DED-0E6A-B6FD-4A87A456C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EB2C7-3493-D57D-7F49-8F881EF67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2BB17A-7233-9B4C-9057-FA94BB906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972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1CFD0-EB86-C4FD-96CF-44B3BBCCF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4" y="0"/>
            <a:ext cx="11668125" cy="1325563"/>
          </a:xfrm>
        </p:spPr>
        <p:txBody>
          <a:bodyPr/>
          <a:lstStyle/>
          <a:p>
            <a:r>
              <a:rPr lang="en-CA" b="1" dirty="0"/>
              <a:t>Numerical Methodology (STAR-CCM+, Sikorsky)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62D14D-76CB-51C9-EBEE-A2840B48D6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154911"/>
              </p:ext>
            </p:extLst>
          </p:nvPr>
        </p:nvGraphicFramePr>
        <p:xfrm>
          <a:off x="321276" y="1039235"/>
          <a:ext cx="11432574" cy="56007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810858">
                  <a:extLst>
                    <a:ext uri="{9D8B030D-6E8A-4147-A177-3AD203B41FA5}">
                      <a16:colId xmlns:a16="http://schemas.microsoft.com/office/drawing/2014/main" val="2750516929"/>
                    </a:ext>
                  </a:extLst>
                </a:gridCol>
                <a:gridCol w="3875044">
                  <a:extLst>
                    <a:ext uri="{9D8B030D-6E8A-4147-A177-3AD203B41FA5}">
                      <a16:colId xmlns:a16="http://schemas.microsoft.com/office/drawing/2014/main" val="4120443020"/>
                    </a:ext>
                  </a:extLst>
                </a:gridCol>
                <a:gridCol w="3746672">
                  <a:extLst>
                    <a:ext uri="{9D8B030D-6E8A-4147-A177-3AD203B41FA5}">
                      <a16:colId xmlns:a16="http://schemas.microsoft.com/office/drawing/2014/main" val="1264204128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/>
                        <a:t>Model / Method</a:t>
                      </a:r>
                      <a:endParaRPr lang="en-CA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NACA0012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ONERAM6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6628278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CFD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URANS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891461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Turbulence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SST (Menter) K-Omega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54604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HTC 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Recovery Temperature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8767128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Droplet Formulation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Eulerian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288895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Droplet Drag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Sphere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581778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SLD Effects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28827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Thermodynamic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SWIM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4242569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Ice Density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997629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Roughness Height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4359941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Geometry Evolution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478936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/>
                      <a:r>
                        <a:rPr lang="en-CA" sz="1400" b="0" dirty="0"/>
                        <a:t>Ice Accretion 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/>
                        <a:t>Single-shot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0415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1151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3086</TotalTime>
  <Words>53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Numerical Methodology (STAR-CCM+, Sikorsky)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Ozoroski, Thomas A. (GRC-LTI0)</dc:creator>
  <cp:lastModifiedBy>Kim, Jeewoong (US)</cp:lastModifiedBy>
  <cp:revision>21</cp:revision>
  <dcterms:created xsi:type="dcterms:W3CDTF">2026-08-03T14:26:26Z</dcterms:created>
  <dcterms:modified xsi:type="dcterms:W3CDTF">2026-09-14T17:06:38Z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02bc7c3-f152-4da1-98bd-f7a1bebdf752_Enabled">
    <vt:lpwstr>true</vt:lpwstr>
  </property>
  <property fmtid="{D5CDD505-2E9C-101B-9397-08002B2CF9AE}" pid="3" name="MSIP_Label_502bc7c3-f152-4da1-98bd-f7a1bebdf752_SetDate">
    <vt:lpwstr>2026-09-14T12:22:46Z</vt:lpwstr>
  </property>
  <property fmtid="{D5CDD505-2E9C-101B-9397-08002B2CF9AE}" pid="4" name="MSIP_Label_502bc7c3-f152-4da1-98bd-f7a1bebdf752_Method">
    <vt:lpwstr>Privileged</vt:lpwstr>
  </property>
  <property fmtid="{D5CDD505-2E9C-101B-9397-08002B2CF9AE}" pid="5" name="MSIP_Label_502bc7c3-f152-4da1-98bd-f7a1bebdf752_Name">
    <vt:lpwstr>Unrestricted</vt:lpwstr>
  </property>
  <property fmtid="{D5CDD505-2E9C-101B-9397-08002B2CF9AE}" pid="6" name="MSIP_Label_502bc7c3-f152-4da1-98bd-f7a1bebdf752_SiteId">
    <vt:lpwstr>b18f006c-b0fc-467d-b23a-a35b5695b5dc</vt:lpwstr>
  </property>
  <property fmtid="{D5CDD505-2E9C-101B-9397-08002B2CF9AE}" pid="7" name="MSIP_Label_502bc7c3-f152-4da1-98bd-f7a1bebdf752_ActionId">
    <vt:lpwstr>45bcbe8f-d642-4849-a27d-59f4a6cc712a</vt:lpwstr>
  </property>
  <property fmtid="{D5CDD505-2E9C-101B-9397-08002B2CF9AE}" pid="8" name="MSIP_Label_502bc7c3-f152-4da1-98bd-f7a1bebdf752_ContentBits">
    <vt:lpwstr>0</vt:lpwstr>
  </property>
  <property fmtid="{D5CDD505-2E9C-101B-9397-08002B2CF9AE}" pid="9" name="MSIP_Label_502bc7c3-f152-4da1-98bd-f7a1bebdf752_Tag">
    <vt:lpwstr>10, 0, 1, 1</vt:lpwstr>
  </property>
</Properties>
</file>